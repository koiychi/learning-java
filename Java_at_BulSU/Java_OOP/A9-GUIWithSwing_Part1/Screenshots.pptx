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CA1D-6A58-4865-A0F0-34B62948D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EC3CC-F8FF-18C0-483F-75CEB8FB7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96263-7E94-7A80-6CC1-25FABC50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C62A9-0E1F-6C53-01CD-3629E879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15C7E-8CC1-3854-7375-442F0F7E2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488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95B1-EA3F-2B19-E1DF-279BE370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66CC0-062C-0A07-8FAB-22B570DAE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7E6EF-871C-C4C5-02FC-5AC91E4C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8AF6D-8FFA-8660-BD3F-9B1C6622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FC5C9-C3CC-C1AF-4B3D-BD9D1D24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041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8DF2-E0E7-5779-AD67-3EB03D43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B07A5-1FB3-7EB8-451A-89F9A35A1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11804-0318-B45E-DC4D-49CFFEBC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D1922-BA49-90E5-91CA-342EC47C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BD3B1-21D1-A0C3-D20F-33FE39FB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3102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E861D-3747-A3B6-A4CB-8F5B4151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28237-4C83-5D7E-0AD5-ABEC9DCAC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98C40-8C54-756C-95BF-04BC72A27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1D6D1-6C37-18B7-BBC8-4875711F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4604A-3817-CEF4-87F6-A6191A2E6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8FAB1-3D66-6BB9-AB11-B7AED30D7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469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7D42-9443-9C7A-1ADD-90745DFC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6F487-760C-30C5-287E-BC02CAFB5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553EB-D899-0F5A-5C04-B0DE40615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D72D7-AB64-F7A5-71CE-8558D196F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AC83F1-9230-259C-46F2-567E8B5F8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0AE9E-7821-14F5-936F-99ADBB850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35EB8-CFBB-756B-AE57-30C69BEE5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F5E5F-42C9-A4B2-713B-2DD6394A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6972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1ACA-4913-E3FD-CADE-C73FC10D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EB317-8B2E-8F14-9A98-0D9C720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CA088-A3EB-DF95-8F07-D337A50E5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3CA8D-FD92-14E3-183E-C8E218C5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9044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9546F-7B73-744A-8DF8-49C20954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426B8-EA68-C252-0B00-CA736224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D34D3-670B-D2D5-A2E8-E8BB2518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5348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D2ED2-4BB5-7151-6A56-4A0541F9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0ABA-20A5-7F9A-D021-C530DF0CF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4D097-0ED0-BCB0-C0BD-C3FBD8C91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FC6EF-56E1-83A7-9C47-F044819C6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EC5C6-0839-38DC-70DB-343204C3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7FA0F-291A-0B1C-5CFA-21A13D18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7793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CCC2-2395-FF8A-CBC9-D2A50167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708604-B73D-38D7-5E1F-7E952464D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D41A8-9508-7F59-8645-0F666E0C0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A7964-1FF5-DE60-80A5-2F832DB62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50FF2-CA69-4B2D-0167-7B7C8D80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03EF0-2FC1-DBDC-A89D-EDA68B68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02815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FA30-84D3-07F4-79D3-330EEAE63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8F8A2-B9D9-99A9-2C55-A7132D5C2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67CA9-8FF6-0F79-866F-420AC712C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6B516-C14F-60D8-69C2-0A9331E29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23DE-F19F-5661-9CDA-0E44A0FD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6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FC6A6-885F-B55A-6F2D-A1601AA4B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BFF33-C448-F5F8-6A2B-A6B533289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26430-BCE8-DD4C-72DA-8A1E1E79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16A84-52EB-F21D-0AE0-3F3590AE8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6FCA8-635D-2DB2-3C7A-1729B687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057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58AA81-E012-3D56-E8C4-C586F6C2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02C05-A8D1-1440-7E70-4F287AD4D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CD6BF-C894-6D4A-318F-A33AE5F959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E8576-5BEC-41FF-A351-77DD686F33DF}" type="datetimeFigureOut">
              <a:rPr lang="en-PH" smtClean="0"/>
              <a:t>Oct 16, 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B675D-4DC6-75C7-F342-7C414F0C9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0A462-4AEA-BFF8-1BD2-66BBCE240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203F8-E765-4728-926E-B23F009860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268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F54DD7A-A044-17E5-0D49-3006856935E0}"/>
              </a:ext>
            </a:extLst>
          </p:cNvPr>
          <p:cNvGrpSpPr/>
          <p:nvPr/>
        </p:nvGrpSpPr>
        <p:grpSpPr>
          <a:xfrm>
            <a:off x="50099" y="79515"/>
            <a:ext cx="2646451" cy="407826"/>
            <a:chOff x="208639" y="6051440"/>
            <a:chExt cx="2646451" cy="40782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970F75-8DD4-0562-0E8A-DE0CAF626DEC}"/>
                </a:ext>
              </a:extLst>
            </p:cNvPr>
            <p:cNvSpPr/>
            <p:nvPr/>
          </p:nvSpPr>
          <p:spPr>
            <a:xfrm>
              <a:off x="235532" y="6059156"/>
              <a:ext cx="2196771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A99567-D27E-3C92-7295-B4093A951420}"/>
                </a:ext>
              </a:extLst>
            </p:cNvPr>
            <p:cNvSpPr txBox="1"/>
            <p:nvPr/>
          </p:nvSpPr>
          <p:spPr>
            <a:xfrm>
              <a:off x="208639" y="6063014"/>
              <a:ext cx="834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IT 203</a:t>
              </a:r>
              <a:endParaRPr lang="en-PH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CE2EA5-22A8-B2AF-BDC9-64E0A17DD96F}"/>
                </a:ext>
              </a:extLst>
            </p:cNvPr>
            <p:cNvSpPr/>
            <p:nvPr/>
          </p:nvSpPr>
          <p:spPr>
            <a:xfrm>
              <a:off x="1000440" y="6059156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97EAD4-2EBC-7ECB-55F0-4E92EA2CE34C}"/>
                </a:ext>
              </a:extLst>
            </p:cNvPr>
            <p:cNvSpPr txBox="1"/>
            <p:nvPr/>
          </p:nvSpPr>
          <p:spPr>
            <a:xfrm>
              <a:off x="1000439" y="6051440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Activity 9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GUI with Swing (Part 1)</a:t>
              </a:r>
              <a:endParaRPr lang="en-PH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6325D7-B265-E91F-FD9C-384CD249A953}"/>
              </a:ext>
            </a:extLst>
          </p:cNvPr>
          <p:cNvGrpSpPr/>
          <p:nvPr/>
        </p:nvGrpSpPr>
        <p:grpSpPr>
          <a:xfrm>
            <a:off x="89853" y="6370662"/>
            <a:ext cx="1927959" cy="407826"/>
            <a:chOff x="4914214" y="5913189"/>
            <a:chExt cx="1927959" cy="4078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D114CB-47E3-A13E-0C9D-ACE66CCBCF1F}"/>
                </a:ext>
              </a:extLst>
            </p:cNvPr>
            <p:cNvSpPr/>
            <p:nvPr/>
          </p:nvSpPr>
          <p:spPr>
            <a:xfrm>
              <a:off x="4914214" y="5920905"/>
              <a:ext cx="1505172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59E574-243B-7260-46F9-A0E1CD6697FA}"/>
                </a:ext>
              </a:extLst>
            </p:cNvPr>
            <p:cNvSpPr/>
            <p:nvPr/>
          </p:nvSpPr>
          <p:spPr>
            <a:xfrm>
              <a:off x="4987523" y="5920905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294C56-BD64-CE6E-F9D2-5053669BCA5A}"/>
                </a:ext>
              </a:extLst>
            </p:cNvPr>
            <p:cNvSpPr txBox="1"/>
            <p:nvPr/>
          </p:nvSpPr>
          <p:spPr>
            <a:xfrm>
              <a:off x="4987522" y="5913189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Miles Rodriguez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BSIT 2H-G1</a:t>
              </a:r>
              <a:endParaRPr lang="en-PH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473E31-92A7-3508-1574-623A7C58F4D2}"/>
              </a:ext>
            </a:extLst>
          </p:cNvPr>
          <p:cNvGrpSpPr/>
          <p:nvPr/>
        </p:nvGrpSpPr>
        <p:grpSpPr>
          <a:xfrm>
            <a:off x="10179218" y="87231"/>
            <a:ext cx="1935790" cy="407826"/>
            <a:chOff x="9442526" y="6242581"/>
            <a:chExt cx="1935790" cy="40782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B7FEB3E-3892-DF5D-89B4-85765A0148F0}"/>
                </a:ext>
              </a:extLst>
            </p:cNvPr>
            <p:cNvSpPr/>
            <p:nvPr/>
          </p:nvSpPr>
          <p:spPr>
            <a:xfrm>
              <a:off x="9442526" y="6250297"/>
              <a:ext cx="1935790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1D755EF-9D2B-DEF0-A03A-C156091C39EA}"/>
                </a:ext>
              </a:extLst>
            </p:cNvPr>
            <p:cNvSpPr/>
            <p:nvPr/>
          </p:nvSpPr>
          <p:spPr>
            <a:xfrm>
              <a:off x="9442527" y="6250297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7FE56D7-F602-75FF-AB35-7B1271B4FF90}"/>
                </a:ext>
              </a:extLst>
            </p:cNvPr>
            <p:cNvSpPr txBox="1"/>
            <p:nvPr/>
          </p:nvSpPr>
          <p:spPr>
            <a:xfrm>
              <a:off x="9442526" y="6242581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Screenshot 1</a:t>
              </a:r>
            </a:p>
            <a:p>
              <a:r>
                <a:rPr lang="en-PH" sz="1000" dirty="0">
                  <a:latin typeface="Arial" panose="020B0604020202020204" pitchFamily="34" charset="0"/>
                  <a:cs typeface="Arial" panose="020B0604020202020204" pitchFamily="34" charset="0"/>
                </a:rPr>
                <a:t>Empty Frame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3AC5AC4-B06F-7431-7A09-9AC627880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927" y="2994230"/>
            <a:ext cx="5734850" cy="704948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66D2A5-51DD-F7C0-62AF-8B78C5BA8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54" y="1765333"/>
            <a:ext cx="2762636" cy="19338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E9A4C2-38BE-4B90-21B3-4771C1E7D2D4}"/>
              </a:ext>
            </a:extLst>
          </p:cNvPr>
          <p:cNvSpPr txBox="1"/>
          <p:nvPr/>
        </p:nvSpPr>
        <p:spPr>
          <a:xfrm>
            <a:off x="1773415" y="3840480"/>
            <a:ext cx="2024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 state upon running</a:t>
            </a:r>
            <a:endParaRPr lang="en-PH" sz="12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7CA5D9-911F-97C8-8E58-BA75AC39B3A5}"/>
              </a:ext>
            </a:extLst>
          </p:cNvPr>
          <p:cNvSpPr txBox="1"/>
          <p:nvPr/>
        </p:nvSpPr>
        <p:spPr>
          <a:xfrm>
            <a:off x="6199111" y="3840479"/>
            <a:ext cx="3238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Expanded horizontally to show the frame title</a:t>
            </a:r>
            <a:endParaRPr lang="en-PH" sz="12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97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0839C-F9B6-0F4D-032A-67609079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611A104-C770-8EAF-ABC4-5C30F2C7FC13}"/>
              </a:ext>
            </a:extLst>
          </p:cNvPr>
          <p:cNvGrpSpPr/>
          <p:nvPr/>
        </p:nvGrpSpPr>
        <p:grpSpPr>
          <a:xfrm>
            <a:off x="50099" y="79515"/>
            <a:ext cx="2646451" cy="407826"/>
            <a:chOff x="208639" y="6051440"/>
            <a:chExt cx="2646451" cy="40782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D1B41B-9B1F-FFB5-9F9A-E49D0E356D73}"/>
                </a:ext>
              </a:extLst>
            </p:cNvPr>
            <p:cNvSpPr/>
            <p:nvPr/>
          </p:nvSpPr>
          <p:spPr>
            <a:xfrm>
              <a:off x="235532" y="6059156"/>
              <a:ext cx="2196771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9FA0B45-7524-C6F7-E1F3-52368418A595}"/>
                </a:ext>
              </a:extLst>
            </p:cNvPr>
            <p:cNvSpPr txBox="1"/>
            <p:nvPr/>
          </p:nvSpPr>
          <p:spPr>
            <a:xfrm>
              <a:off x="208639" y="6063014"/>
              <a:ext cx="834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IT 203</a:t>
              </a:r>
              <a:endParaRPr lang="en-PH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057090-67A0-550E-8EEF-4196A9DDDF08}"/>
                </a:ext>
              </a:extLst>
            </p:cNvPr>
            <p:cNvSpPr/>
            <p:nvPr/>
          </p:nvSpPr>
          <p:spPr>
            <a:xfrm>
              <a:off x="1000440" y="6059156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6A814AF-C8B0-4803-2BD8-BAEF2D7176DE}"/>
                </a:ext>
              </a:extLst>
            </p:cNvPr>
            <p:cNvSpPr txBox="1"/>
            <p:nvPr/>
          </p:nvSpPr>
          <p:spPr>
            <a:xfrm>
              <a:off x="1000439" y="6051440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Activity 9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GUI with Swing (Part 1)</a:t>
              </a:r>
              <a:endParaRPr lang="en-PH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3BA59E-B179-5097-D532-60279E7853F0}"/>
              </a:ext>
            </a:extLst>
          </p:cNvPr>
          <p:cNvGrpSpPr/>
          <p:nvPr/>
        </p:nvGrpSpPr>
        <p:grpSpPr>
          <a:xfrm>
            <a:off x="89853" y="6370662"/>
            <a:ext cx="1927959" cy="407826"/>
            <a:chOff x="4914214" y="5913189"/>
            <a:chExt cx="1927959" cy="4078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7D3AC2-396F-4C46-0C35-2A8AFD7B1883}"/>
                </a:ext>
              </a:extLst>
            </p:cNvPr>
            <p:cNvSpPr/>
            <p:nvPr/>
          </p:nvSpPr>
          <p:spPr>
            <a:xfrm>
              <a:off x="4914214" y="5920905"/>
              <a:ext cx="1505172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34339E-13A7-8E68-148B-89735E33D88D}"/>
                </a:ext>
              </a:extLst>
            </p:cNvPr>
            <p:cNvSpPr/>
            <p:nvPr/>
          </p:nvSpPr>
          <p:spPr>
            <a:xfrm>
              <a:off x="4987523" y="5920905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A9482F-65D8-80D2-2B59-6B65BF20D4E8}"/>
                </a:ext>
              </a:extLst>
            </p:cNvPr>
            <p:cNvSpPr txBox="1"/>
            <p:nvPr/>
          </p:nvSpPr>
          <p:spPr>
            <a:xfrm>
              <a:off x="4987522" y="5913189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Miles Rodriguez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BSIT 2H-G1</a:t>
              </a:r>
              <a:endParaRPr lang="en-PH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2EC0524-8235-CBFC-47FB-EF4A189A90D9}"/>
              </a:ext>
            </a:extLst>
          </p:cNvPr>
          <p:cNvGrpSpPr/>
          <p:nvPr/>
        </p:nvGrpSpPr>
        <p:grpSpPr>
          <a:xfrm>
            <a:off x="10179218" y="87231"/>
            <a:ext cx="1935790" cy="407826"/>
            <a:chOff x="9442526" y="6242581"/>
            <a:chExt cx="1935790" cy="40782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BAA64CD-60A0-CDA8-6B95-927E3F39AB80}"/>
                </a:ext>
              </a:extLst>
            </p:cNvPr>
            <p:cNvSpPr/>
            <p:nvPr/>
          </p:nvSpPr>
          <p:spPr>
            <a:xfrm>
              <a:off x="9442526" y="6250297"/>
              <a:ext cx="1935790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6E08DC-5637-930F-858D-FFBA09B47E64}"/>
                </a:ext>
              </a:extLst>
            </p:cNvPr>
            <p:cNvSpPr/>
            <p:nvPr/>
          </p:nvSpPr>
          <p:spPr>
            <a:xfrm>
              <a:off x="9442527" y="6250297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8E8575A-7E6C-729B-3819-2AB6ED2C9184}"/>
                </a:ext>
              </a:extLst>
            </p:cNvPr>
            <p:cNvSpPr txBox="1"/>
            <p:nvPr/>
          </p:nvSpPr>
          <p:spPr>
            <a:xfrm>
              <a:off x="9442526" y="6242581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Screenshot 2</a:t>
              </a:r>
            </a:p>
            <a:p>
              <a:r>
                <a:rPr lang="en-PH" sz="1000" dirty="0">
                  <a:latin typeface="Arial" panose="020B0604020202020204" pitchFamily="34" charset="0"/>
                  <a:cs typeface="Arial" panose="020B0604020202020204" pitchFamily="34" charset="0"/>
                </a:rPr>
                <a:t>Three Empty Regions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08B800E-7C7D-76F7-877D-31F92EFA4B71}"/>
              </a:ext>
            </a:extLst>
          </p:cNvPr>
          <p:cNvSpPr txBox="1"/>
          <p:nvPr/>
        </p:nvSpPr>
        <p:spPr>
          <a:xfrm>
            <a:off x="2709390" y="3703319"/>
            <a:ext cx="68034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Expanded horizontally and vertically to show the frame title and that no components are added yet</a:t>
            </a:r>
            <a:endParaRPr lang="en-PH" sz="12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71D6340-3E3C-1DC5-53C6-1C43D009F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390" y="1493275"/>
            <a:ext cx="6773220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2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C61DC-EDEB-540B-FEFB-38DE65AB1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44C729F-9A24-6A60-8C47-18639EEA0E14}"/>
              </a:ext>
            </a:extLst>
          </p:cNvPr>
          <p:cNvGrpSpPr/>
          <p:nvPr/>
        </p:nvGrpSpPr>
        <p:grpSpPr>
          <a:xfrm>
            <a:off x="50099" y="79515"/>
            <a:ext cx="2646451" cy="407826"/>
            <a:chOff x="208639" y="6051440"/>
            <a:chExt cx="2646451" cy="40782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ABAE4C-A109-9741-744A-5539DE669D50}"/>
                </a:ext>
              </a:extLst>
            </p:cNvPr>
            <p:cNvSpPr/>
            <p:nvPr/>
          </p:nvSpPr>
          <p:spPr>
            <a:xfrm>
              <a:off x="235532" y="6059156"/>
              <a:ext cx="2196771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70F533-ED5A-4FCD-F9D3-480D4684D8ED}"/>
                </a:ext>
              </a:extLst>
            </p:cNvPr>
            <p:cNvSpPr txBox="1"/>
            <p:nvPr/>
          </p:nvSpPr>
          <p:spPr>
            <a:xfrm>
              <a:off x="208639" y="6063014"/>
              <a:ext cx="834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IT 203</a:t>
              </a:r>
              <a:endParaRPr lang="en-PH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28C901-227D-9402-7B75-884DA6073E2C}"/>
                </a:ext>
              </a:extLst>
            </p:cNvPr>
            <p:cNvSpPr/>
            <p:nvPr/>
          </p:nvSpPr>
          <p:spPr>
            <a:xfrm>
              <a:off x="1000440" y="6059156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EC612A-3028-D00B-0D98-16B4473781D0}"/>
                </a:ext>
              </a:extLst>
            </p:cNvPr>
            <p:cNvSpPr txBox="1"/>
            <p:nvPr/>
          </p:nvSpPr>
          <p:spPr>
            <a:xfrm>
              <a:off x="1000439" y="6051440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Activity 9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GUI with Swing (Part 1)</a:t>
              </a:r>
              <a:endParaRPr lang="en-PH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25289D-B1C7-2E77-3565-17B24A318D29}"/>
              </a:ext>
            </a:extLst>
          </p:cNvPr>
          <p:cNvGrpSpPr/>
          <p:nvPr/>
        </p:nvGrpSpPr>
        <p:grpSpPr>
          <a:xfrm>
            <a:off x="89853" y="6370662"/>
            <a:ext cx="1927959" cy="407826"/>
            <a:chOff x="4914214" y="5913189"/>
            <a:chExt cx="1927959" cy="4078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F03CA60-03DF-F427-C52B-81520A8F4326}"/>
                </a:ext>
              </a:extLst>
            </p:cNvPr>
            <p:cNvSpPr/>
            <p:nvPr/>
          </p:nvSpPr>
          <p:spPr>
            <a:xfrm>
              <a:off x="4914214" y="5920905"/>
              <a:ext cx="1505172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06D1D6B-8DF2-103B-BB65-48612D79AAB6}"/>
                </a:ext>
              </a:extLst>
            </p:cNvPr>
            <p:cNvSpPr/>
            <p:nvPr/>
          </p:nvSpPr>
          <p:spPr>
            <a:xfrm>
              <a:off x="4987523" y="5920905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C414F1-9975-8832-B6AF-513FC39FD72A}"/>
                </a:ext>
              </a:extLst>
            </p:cNvPr>
            <p:cNvSpPr txBox="1"/>
            <p:nvPr/>
          </p:nvSpPr>
          <p:spPr>
            <a:xfrm>
              <a:off x="4987522" y="5913189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Miles Rodriguez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BSIT 2H-G1</a:t>
              </a:r>
              <a:endParaRPr lang="en-PH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6C53D9-B6E3-74DE-4428-B32D4B6B3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5739"/>
            <a:ext cx="12192000" cy="457015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2889542-F79F-8B4B-B7AD-AF284C571965}"/>
              </a:ext>
            </a:extLst>
          </p:cNvPr>
          <p:cNvGrpSpPr/>
          <p:nvPr/>
        </p:nvGrpSpPr>
        <p:grpSpPr>
          <a:xfrm>
            <a:off x="10179218" y="87231"/>
            <a:ext cx="1935790" cy="407826"/>
            <a:chOff x="9442526" y="6242581"/>
            <a:chExt cx="1935790" cy="4078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FE0604-C857-C6AE-E2CD-20E16EAC3CCA}"/>
                </a:ext>
              </a:extLst>
            </p:cNvPr>
            <p:cNvSpPr/>
            <p:nvPr/>
          </p:nvSpPr>
          <p:spPr>
            <a:xfrm>
              <a:off x="9442526" y="6250297"/>
              <a:ext cx="1935790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110AE1-310E-AB7C-693B-17947741FF39}"/>
                </a:ext>
              </a:extLst>
            </p:cNvPr>
            <p:cNvSpPr/>
            <p:nvPr/>
          </p:nvSpPr>
          <p:spPr>
            <a:xfrm>
              <a:off x="9442527" y="6250297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83550A-AA39-351C-2390-92351E85F403}"/>
                </a:ext>
              </a:extLst>
            </p:cNvPr>
            <p:cNvSpPr txBox="1"/>
            <p:nvPr/>
          </p:nvSpPr>
          <p:spPr>
            <a:xfrm>
              <a:off x="9442526" y="6242581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Screenshot 3</a:t>
              </a:r>
            </a:p>
            <a:p>
              <a:r>
                <a:rPr lang="en-PH" sz="1000" dirty="0">
                  <a:latin typeface="Arial" panose="020B0604020202020204" pitchFamily="34" charset="0"/>
                  <a:cs typeface="Arial" panose="020B0604020202020204" pitchFamily="34" charset="0"/>
                </a:rPr>
                <a:t>Filled Form + Console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023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63254-B5E4-8938-857E-3993F6F5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5C44E60-920D-AEA2-C5C7-555368BBBC9B}"/>
              </a:ext>
            </a:extLst>
          </p:cNvPr>
          <p:cNvGrpSpPr/>
          <p:nvPr/>
        </p:nvGrpSpPr>
        <p:grpSpPr>
          <a:xfrm>
            <a:off x="50099" y="79515"/>
            <a:ext cx="2646451" cy="407826"/>
            <a:chOff x="208639" y="6051440"/>
            <a:chExt cx="2646451" cy="40782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40BAE-9473-A57F-8005-9AF7741D511E}"/>
                </a:ext>
              </a:extLst>
            </p:cNvPr>
            <p:cNvSpPr/>
            <p:nvPr/>
          </p:nvSpPr>
          <p:spPr>
            <a:xfrm>
              <a:off x="235532" y="6059156"/>
              <a:ext cx="2196771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9DE502-C418-D0D7-E0E5-CD6F537803FC}"/>
                </a:ext>
              </a:extLst>
            </p:cNvPr>
            <p:cNvSpPr txBox="1"/>
            <p:nvPr/>
          </p:nvSpPr>
          <p:spPr>
            <a:xfrm>
              <a:off x="208639" y="6063014"/>
              <a:ext cx="834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IT 203</a:t>
              </a:r>
              <a:endParaRPr lang="en-PH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E22FB9-5702-D554-93C2-A61545A4B1A2}"/>
                </a:ext>
              </a:extLst>
            </p:cNvPr>
            <p:cNvSpPr/>
            <p:nvPr/>
          </p:nvSpPr>
          <p:spPr>
            <a:xfrm>
              <a:off x="1000440" y="6059156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E76FBB-8E87-CE47-BBC3-A1BC8E5C6225}"/>
                </a:ext>
              </a:extLst>
            </p:cNvPr>
            <p:cNvSpPr txBox="1"/>
            <p:nvPr/>
          </p:nvSpPr>
          <p:spPr>
            <a:xfrm>
              <a:off x="1000439" y="6051440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Activity 9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GUI with Swing (Part 1)</a:t>
              </a:r>
              <a:endParaRPr lang="en-PH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218436-C29D-F1DC-AB40-3CC2BFC6E176}"/>
              </a:ext>
            </a:extLst>
          </p:cNvPr>
          <p:cNvGrpSpPr/>
          <p:nvPr/>
        </p:nvGrpSpPr>
        <p:grpSpPr>
          <a:xfrm>
            <a:off x="89853" y="6370662"/>
            <a:ext cx="1927959" cy="407826"/>
            <a:chOff x="4914214" y="5913189"/>
            <a:chExt cx="1927959" cy="4078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75DFF9-6A6E-DADE-6E9C-98F373729710}"/>
                </a:ext>
              </a:extLst>
            </p:cNvPr>
            <p:cNvSpPr/>
            <p:nvPr/>
          </p:nvSpPr>
          <p:spPr>
            <a:xfrm>
              <a:off x="4914214" y="5920905"/>
              <a:ext cx="1505172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8CE941-764C-035B-EE82-190630EB8110}"/>
                </a:ext>
              </a:extLst>
            </p:cNvPr>
            <p:cNvSpPr/>
            <p:nvPr/>
          </p:nvSpPr>
          <p:spPr>
            <a:xfrm>
              <a:off x="4987523" y="5920905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184F70-71AD-6D80-36EA-E627C4E2606E}"/>
                </a:ext>
              </a:extLst>
            </p:cNvPr>
            <p:cNvSpPr txBox="1"/>
            <p:nvPr/>
          </p:nvSpPr>
          <p:spPr>
            <a:xfrm>
              <a:off x="4987522" y="5913189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Miles Rodriguez</a:t>
              </a:r>
            </a:p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BSIT 2H-G1</a:t>
              </a:r>
              <a:endParaRPr lang="en-PH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8EA2101-CF2A-8A01-57B1-7847A7D94710}"/>
              </a:ext>
            </a:extLst>
          </p:cNvPr>
          <p:cNvGrpSpPr/>
          <p:nvPr/>
        </p:nvGrpSpPr>
        <p:grpSpPr>
          <a:xfrm>
            <a:off x="10179218" y="87231"/>
            <a:ext cx="1935790" cy="407826"/>
            <a:chOff x="9442526" y="6242581"/>
            <a:chExt cx="1935790" cy="40782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F2F936E-9F28-9E80-BEFA-A74D8F8E6E60}"/>
                </a:ext>
              </a:extLst>
            </p:cNvPr>
            <p:cNvSpPr/>
            <p:nvPr/>
          </p:nvSpPr>
          <p:spPr>
            <a:xfrm>
              <a:off x="9442526" y="6250297"/>
              <a:ext cx="1935790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650046-2672-A33E-8C69-EF270B8968AD}"/>
                </a:ext>
              </a:extLst>
            </p:cNvPr>
            <p:cNvSpPr/>
            <p:nvPr/>
          </p:nvSpPr>
          <p:spPr>
            <a:xfrm>
              <a:off x="9442527" y="6250297"/>
              <a:ext cx="1854650" cy="40011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315AB0-5F32-F51D-0636-E9E3C118539C}"/>
                </a:ext>
              </a:extLst>
            </p:cNvPr>
            <p:cNvSpPr txBox="1"/>
            <p:nvPr/>
          </p:nvSpPr>
          <p:spPr>
            <a:xfrm>
              <a:off x="9442526" y="6242581"/>
              <a:ext cx="1781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Screenshot 4</a:t>
              </a:r>
            </a:p>
            <a:p>
              <a:r>
                <a:rPr lang="en-PH" sz="1000" dirty="0">
                  <a:latin typeface="Arial" panose="020B0604020202020204" pitchFamily="34" charset="0"/>
                  <a:cs typeface="Arial" panose="020B0604020202020204" pitchFamily="34" charset="0"/>
                </a:rPr>
                <a:t>Every Component Visible</a:t>
              </a:r>
            </a:p>
          </p:txBody>
        </p:sp>
      </p:grp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128C68-7096-5FD7-A140-B5C94504C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246" y="295002"/>
            <a:ext cx="5951858" cy="599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7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107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Miles J. Rodriguez</dc:creator>
  <cp:lastModifiedBy>Miles J. Rodriguez</cp:lastModifiedBy>
  <cp:revision>3</cp:revision>
  <dcterms:created xsi:type="dcterms:W3CDTF">2026-10-10T11:30:13Z</dcterms:created>
  <dcterms:modified xsi:type="dcterms:W3CDTF">2026-10-16T08:49:05Z</dcterms:modified>
</cp:coreProperties>
</file>